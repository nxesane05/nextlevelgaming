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  <p:sldId id="276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Learn More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241" autoAdjust="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hyperlink" Target="https://go.microsoft.com/fwlink/?linkid=854609" TargetMode="External"/><Relationship Id="rId4" Type="http://schemas.openxmlformats.org/officeDocument/2006/relationships/hyperlink" Target="http://go.microsoft.com/fwlink/?LinkId=6233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Gaming Sports Aren</a:t>
            </a:r>
            <a:r>
              <a:rPr lang="en-US" sz="4800" dirty="0">
                <a:solidFill>
                  <a:schemeClr val="bg1"/>
                </a:solidFill>
              </a:rPr>
              <a:t>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  <a:latin typeface="+mj-lt"/>
              </a:rPr>
              <a:t>Level Up Your Game-Sports Arena Website</a:t>
            </a:r>
          </a:p>
          <a:p>
            <a:pPr marL="0" indent="0">
              <a:buNone/>
            </a:pP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The Ultimate Destination For Gamers, </a:t>
            </a:r>
            <a:r>
              <a:rPr lang="en-US" sz="2400" i="1" dirty="0" err="1" smtClean="0">
                <a:solidFill>
                  <a:schemeClr val="bg1"/>
                </a:solidFill>
                <a:latin typeface="+mj-lt"/>
              </a:rPr>
              <a:t>Esports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Teams and Competitive Gaming.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5620" y="5081954"/>
            <a:ext cx="346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>
                <a:solidFill>
                  <a:schemeClr val="bg1"/>
                </a:solidFill>
              </a:rPr>
              <a:t>Est. 2026 </a:t>
            </a:r>
            <a:endParaRPr lang="en-ZA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302" y="1400612"/>
            <a:ext cx="3391319" cy="420277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254" y="1419200"/>
            <a:ext cx="5404046" cy="45303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Vision/Mission 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Our main goal is to introduce South Africa’s physical and online gaming arena. The country faces noticeable shortage of professional gaming facilities.</a:t>
            </a:r>
          </a:p>
          <a:p>
            <a:pPr>
              <a:spcAft>
                <a:spcPts val="600"/>
              </a:spcAft>
              <a:defRPr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To create SA’s premier gaming </a:t>
            </a:r>
            <a:r>
              <a:rPr 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arena-physical+online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spcAft>
                <a:spcPts val="600"/>
              </a:spcAft>
              <a:defRPr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Connect gamers, teams and fans </a:t>
            </a:r>
          </a:p>
          <a:p>
            <a:pPr>
              <a:spcAft>
                <a:spcPts val="600"/>
              </a:spcAft>
              <a:defRPr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Host professional tournaments </a:t>
            </a:r>
          </a:p>
          <a:p>
            <a:pPr>
              <a:spcAft>
                <a:spcPts val="600"/>
              </a:spcAft>
              <a:defRPr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Provide high end gaming facilities </a:t>
            </a:r>
          </a:p>
          <a:p>
            <a:pPr>
              <a:spcAft>
                <a:spcPts val="600"/>
              </a:spcAft>
              <a:defRPr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Build a thriving online bookin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g and community platform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Website Features 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</p:txBody>
      </p:sp>
      <p:grpSp>
        <p:nvGrpSpPr>
          <p:cNvPr id="18" name="Group 17" descr="Small circle with number 1 inside  indicating step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 18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Online Booking: Books consoles and gaming gear in time 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grpSp>
        <p:nvGrpSpPr>
          <p:cNvPr id="33" name="Group 32" descr="Small circle with number 2 inside  indicating step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Content Placeholder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Live streaming: The website will allow spectators to view live streams of gaming sessions such as tournaments or friendly gaming 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200" y="1587553"/>
            <a:ext cx="2795082" cy="1329203"/>
          </a:xfrm>
          <a:prstGeom prst="rect">
            <a:avLst/>
          </a:prstGeom>
        </p:spPr>
      </p:pic>
      <p:grpSp>
        <p:nvGrpSpPr>
          <p:cNvPr id="22" name="Group 21" descr="Small circle with number 3 inside  indicating step 3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Oval 2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Content Placeholder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Shop&amp;Café</a:t>
            </a: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Order gear, snacks, drinks </a:t>
            </a:r>
            <a:r>
              <a:rPr lang="en-US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onlie</a:t>
            </a: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440" y="3067244"/>
            <a:ext cx="1734073" cy="3506681"/>
          </a:xfrm>
          <a:prstGeom prst="rect">
            <a:avLst/>
          </a:prstGeom>
        </p:spPr>
      </p:pic>
      <p:grpSp>
        <p:nvGrpSpPr>
          <p:cNvPr id="37" name="Group 36" descr="Small circle with number 4 inside  indicating step 4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Oval 37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 descr="Number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Content Placeholder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Comminity</a:t>
            </a: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Find players online, build communities and teams as well as chat with other players online.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GAMES:WHAT WE HOST?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catalogue includes a wide variety of popular games such as: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COD: CALL OF DUTY 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FIFA: FC26,FC27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BATTLE ROYALE 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FORTNITR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TEKKEN 8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PUBG </a:t>
            </a:r>
          </a:p>
          <a:p>
            <a:pPr marL="171450" indent="-17145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NEED FOR SPEED </a:t>
            </a:r>
          </a:p>
          <a:p>
            <a:pPr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Rig: 50+ High end PC’s RTX 40/ 240Hz /PS5/XBOX X/ VR ZONE/SIM Racing </a:t>
            </a: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954" y="1760416"/>
            <a:ext cx="4739054" cy="397827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Facilities 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 smtClean="0"/>
              <a:t>ARENA EXPERIENCE</a:t>
            </a:r>
            <a:endParaRPr lang="en-US" dirty="0"/>
          </a:p>
        </p:txBody>
      </p:sp>
      <p:grpSp>
        <p:nvGrpSpPr>
          <p:cNvPr id="13" name="Group 12" descr="Small circle with number 1 inside  indicating step 1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Oval 1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Content Placeholder 17"/>
          <p:cNvSpPr txBox="1">
            <a:spLocks/>
          </p:cNvSpPr>
          <p:nvPr/>
        </p:nvSpPr>
        <p:spPr>
          <a:xfrm>
            <a:off x="1066040" y="1958189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MAIN ARENA – 100 seats, stage , big screen.</a:t>
            </a:r>
          </a:p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449" y="1455491"/>
            <a:ext cx="892032" cy="1803887"/>
          </a:xfrm>
          <a:prstGeom prst="rect">
            <a:avLst/>
          </a:prstGeom>
        </p:spPr>
      </p:pic>
      <p:grpSp>
        <p:nvGrpSpPr>
          <p:cNvPr id="18" name="Group 17" descr="Small circle with number 2 inside  indicating step 2"/>
          <p:cNvGrpSpPr/>
          <p:nvPr/>
        </p:nvGrpSpPr>
        <p:grpSpPr bwMode="blackWhite">
          <a:xfrm>
            <a:off x="558723" y="2896735"/>
            <a:ext cx="558179" cy="409838"/>
            <a:chOff x="6953426" y="711274"/>
            <a:chExt cx="558179" cy="409838"/>
          </a:xfrm>
        </p:grpSpPr>
        <p:sp>
          <p:nvSpPr>
            <p:cNvPr id="23" name="Oval 22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Content Placeholder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BOOTCAMP ROOMS – Private 5v5 for pro teams.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53" y="3159609"/>
            <a:ext cx="586445" cy="1185923"/>
          </a:xfrm>
          <a:prstGeom prst="rect">
            <a:avLst/>
          </a:prstGeom>
        </p:spPr>
      </p:pic>
      <p:grpSp>
        <p:nvGrpSpPr>
          <p:cNvPr id="26" name="Group 25" descr="Small circle with number 3 inside  indicating step 3"/>
          <p:cNvGrpSpPr/>
          <p:nvPr/>
        </p:nvGrpSpPr>
        <p:grpSpPr bwMode="blackWhite">
          <a:xfrm>
            <a:off x="557319" y="4344232"/>
            <a:ext cx="558179" cy="409838"/>
            <a:chOff x="6953426" y="711274"/>
            <a:chExt cx="558179" cy="409838"/>
          </a:xfrm>
        </p:grpSpPr>
        <p:sp>
          <p:nvSpPr>
            <p:cNvPr id="27" name="Oval 26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Content Placeholder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LOUNGE&amp;CAFÉ: Watch live gaming sessions while keeping yourself refreshed and well entertained.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20" name="Straight Connector 19" descr="Light grey line separating Morph text and images"/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 descr="Large, blue circle with a small light blue circle inside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Working together in real time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you share your presentation with others, you’ll see them working with you at the same time. </a:t>
            </a:r>
            <a:b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</p:txBody>
      </p:sp>
      <p:pic>
        <p:nvPicPr>
          <p:cNvPr id="11" name="Picture 10" descr="Share icon showing number of people  working on the presentation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84" y="2425111"/>
            <a:ext cx="3262550" cy="1475660"/>
          </a:xfrm>
          <a:prstGeom prst="rect">
            <a:avLst/>
          </a:prstGeom>
        </p:spPr>
      </p:pic>
      <p:grpSp>
        <p:nvGrpSpPr>
          <p:cNvPr id="33" name="Group 32" descr="Small circle with number 1 inside indicating step 1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Content Placeholder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from above the ribbon, or by using </a:t>
            </a:r>
            <a:r>
              <a:rPr lang="en-US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short-key </a:t>
            </a:r>
            <a:r>
              <a:rPr lang="en-US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Alt-ZS</a:t>
            </a:r>
            <a:r>
              <a:rPr lang="en-US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invite people to work with you (You can save to the cloud at this point.)</a:t>
            </a:r>
          </a:p>
        </p:txBody>
      </p:sp>
      <p:pic>
        <p:nvPicPr>
          <p:cNvPr id="9" name="Picture 8" descr="Marker showing who is working on a slid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352" y="2434307"/>
            <a:ext cx="3841692" cy="2512928"/>
          </a:xfrm>
          <a:prstGeom prst="rect">
            <a:avLst/>
          </a:prstGeom>
        </p:spPr>
      </p:pic>
      <p:grpSp>
        <p:nvGrpSpPr>
          <p:cNvPr id="36" name="Group 35" descr="Small circle with number 2 inside indicating step 2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Oval 36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 descr="Number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other people are in the presentation, a marker shows who is on which slide…</a:t>
            </a:r>
          </a:p>
        </p:txBody>
      </p:sp>
      <p:pic>
        <p:nvPicPr>
          <p:cNvPr id="12" name="Picture 11" descr="Maker showing the part of the slide being edi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19" y="2350394"/>
            <a:ext cx="3563782" cy="2305344"/>
          </a:xfrm>
          <a:prstGeom prst="rect">
            <a:avLst/>
          </a:prstGeom>
        </p:spPr>
      </p:pic>
      <p:grpSp>
        <p:nvGrpSpPr>
          <p:cNvPr id="39" name="Group 38" descr="Small circle with number 3 inside  indicating step 3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Oval 39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 descr="Number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Content Placeholder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…and the part of the slide they're editing.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You’re an expert with Tell Me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Tell Me box finds the right command when you need it, </a:t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 you can save time and focus on your work.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Try it:</a:t>
            </a:r>
          </a:p>
        </p:txBody>
      </p:sp>
      <p:grpSp>
        <p:nvGrpSpPr>
          <p:cNvPr id="4" name="Group 3" descr="Small circle with number 1 inside  indicating step 1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Oval 1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Content Placeholder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US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Robot picture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the right.</a:t>
            </a:r>
          </a:p>
        </p:txBody>
      </p:sp>
      <p:sp>
        <p:nvSpPr>
          <p:cNvPr id="25" name="Text Box 16" descr="Select me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en-US" sz="1200" b="1" kern="1000" spc="100" dirty="0">
                <a:ln>
                  <a:noFill/>
                </a:ln>
                <a:solidFill>
                  <a:srgbClr val="D24726"/>
                </a:solidFill>
                <a:effectLst/>
                <a:latin typeface="Segoe UI Semibold" panose="020B0702040204020203" pitchFamily="34" charset="0"/>
                <a:ea typeface="SimHei" panose="02010609060101010101" pitchFamily="49" charset="-122"/>
                <a:cs typeface="Times New Roman" panose="02020603050405020304" pitchFamily="18" charset="0"/>
              </a:rPr>
              <a:t>SELECT ME</a:t>
            </a:r>
            <a:endParaRPr lang="en-US" sz="1200" b="1" kern="1400" dirty="0">
              <a:solidFill>
                <a:srgbClr val="D24726"/>
              </a:solidFill>
              <a:effectLst/>
              <a:latin typeface="Segoe UI Light" panose="020B0502040204020203" pitchFamily="34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4" name="Picture 23" descr="Curved arrow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Picture 22" descr="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  <p:grpSp>
        <p:nvGrpSpPr>
          <p:cNvPr id="19" name="Group 18" descr="Small circle with number 2 inside  indicating step 2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Oval 19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Content Placeholder 17"/>
          <p:cNvSpPr txBox="1">
            <a:spLocks/>
          </p:cNvSpPr>
          <p:nvPr/>
        </p:nvSpPr>
        <p:spPr>
          <a:xfrm>
            <a:off x="1066039" y="3353185"/>
            <a:ext cx="3504072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i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animation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Tell Me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box, and then choose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Add Animation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5" name="Picture 4" descr="Tell Me box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66" y="3410945"/>
            <a:ext cx="2106152" cy="220833"/>
          </a:xfrm>
          <a:prstGeom prst="rect">
            <a:avLst/>
          </a:prstGeom>
        </p:spPr>
      </p:pic>
      <p:grpSp>
        <p:nvGrpSpPr>
          <p:cNvPr id="31" name="Group 30" descr="Small circle with number 3 inside  indicating step 3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Oval 31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Content Placeholder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Choose an animation effect, like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Zoom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watch </a:t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happens.</a:t>
            </a:r>
          </a:p>
        </p:txBody>
      </p:sp>
      <p:pic>
        <p:nvPicPr>
          <p:cNvPr id="7" name="Picture 6" descr="Animation tab showing zoom optio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240" y="4069080"/>
            <a:ext cx="3803904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Explore without leaving your slides</a:t>
            </a: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Smart Lookup brings research directly in to PowerPoint.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Try it:</a:t>
            </a:r>
          </a:p>
        </p:txBody>
      </p:sp>
      <p:pic>
        <p:nvPicPr>
          <p:cNvPr id="18" name="Picture 17" descr="Three pictures showing the Smart Lookup featur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08" y="2144574"/>
            <a:ext cx="11129521" cy="3198055"/>
          </a:xfrm>
          <a:prstGeom prst="rect">
            <a:avLst/>
          </a:prstGeom>
        </p:spPr>
      </p:pic>
      <p:grpSp>
        <p:nvGrpSpPr>
          <p:cNvPr id="33" name="Group 32" descr="Small circle with number 1 inside  indicating step 1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Content Placeholder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Right-click in the word </a:t>
            </a:r>
            <a:r>
              <a:rPr lang="en-US" i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the following phrase: 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 furniture</a:t>
            </a:r>
          </a:p>
        </p:txBody>
      </p:sp>
      <p:grpSp>
        <p:nvGrpSpPr>
          <p:cNvPr id="36" name="Group 35" descr="Small circle with number 2 inside  indicating step 2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Oval 36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 descr="Number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Choose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Smart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en-US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Lookup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and notice that results are contextual for that phrase, not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Microsoft Office apps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dirty="0">
              <a:solidFill>
                <a:srgbClr val="D247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9" name="Group 38" descr="Small circle with number 3 inside  indicating step 3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Oval 39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 descr="Number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Content Placeholder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Just for fun, try Smart Lookup again by right-clicking in the word </a:t>
            </a:r>
            <a:r>
              <a:rPr lang="en-US" i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</a:t>
            </a:r>
            <a:r>
              <a:rPr lang="en-US" dirty="0"/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Step 2.</a:t>
            </a:r>
          </a:p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More questions about PowerPoint?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>
            <a:normAutofit/>
          </a:bodyPr>
          <a:lstStyle/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Select the </a:t>
            </a:r>
            <a:r>
              <a:rPr lang="en-US" sz="20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Tell Me                   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button and type what you want to know.</a:t>
            </a:r>
            <a:b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2000" u="sng" dirty="0">
                <a:latin typeface="Segoe UI Light" panose="020B0502040204020203" pitchFamily="34" charset="0"/>
                <a:cs typeface="Segoe UI Light" panose="020B0502040204020203" pitchFamily="34" charset="0"/>
                <a:hlinkClick r:id="rId3" tooltip="Visit the PowerPoint team blog"/>
              </a:rPr>
              <a:t>Visit the PowerPoint team blog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  <a:hlinkClick r:id="rId4" tooltip="Go to free PowerPoint training"/>
              </a:rPr>
              <a:t>Go to free PowerPoint training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  <a:hlinkClick r:id="rId5" tooltip="Give feedback about this tour"/>
              </a:rPr>
              <a:t>Give feedback about this tour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Picture 1" descr="Tell Me butto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981" y="2350333"/>
            <a:ext cx="1269672" cy="1189747"/>
          </a:xfrm>
          <a:prstGeom prst="rect">
            <a:avLst/>
          </a:prstGeom>
        </p:spPr>
      </p:pic>
      <p:pic>
        <p:nvPicPr>
          <p:cNvPr id="11" name="Picture 10" descr="Tell Me box suggestion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066" y="2761488"/>
            <a:ext cx="2476156" cy="2001277"/>
          </a:xfrm>
          <a:prstGeom prst="rect">
            <a:avLst/>
          </a:prstGeom>
        </p:spPr>
      </p:pic>
      <p:pic>
        <p:nvPicPr>
          <p:cNvPr id="8" name="Picture 7" descr="Arrow pointing right with a hyperlink to the PowerPoint team blog. Select the image to visit the PowerPoint team blog ">
            <a:hlinkClick r:id="rId3" tooltip="Select here to visit the PowerPoint team blog.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3566804"/>
            <a:ext cx="661940" cy="661940"/>
          </a:xfrm>
          <a:prstGeom prst="rect">
            <a:avLst/>
          </a:prstGeom>
        </p:spPr>
      </p:pic>
      <p:pic>
        <p:nvPicPr>
          <p:cNvPr id="7" name="Picture 6" descr="Arrow pointing right with a hyperlink to free PowerPoint training. Select the image to access free PowerPoint training">
            <a:hlinkClick r:id="rId4" tooltip="Select here to go to free PowerPoint training.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4252716"/>
            <a:ext cx="661940" cy="661940"/>
          </a:xfrm>
          <a:prstGeom prst="rect">
            <a:avLst/>
          </a:prstGeom>
        </p:spPr>
      </p:pic>
      <p:pic>
        <p:nvPicPr>
          <p:cNvPr id="12" name="Picture 11" descr="Arrow pointing right with a hyperlink to give feedback about this tour. Select the image to give feedback about this tour">
            <a:hlinkClick r:id="rId5" tooltip="Select here to give feedback about this tour."/>
            <a:extLst>
              <a:ext uri="{FF2B5EF4-FFF2-40B4-BE49-F238E27FC236}">
                <a16:creationId xmlns:a16="http://schemas.microsoft.com/office/drawing/2014/main" id="{BA92070A-4E3D-4794-84A9-83B8DDF3A12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4944145"/>
            <a:ext cx="661940" cy="6619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611" y="5738132"/>
            <a:ext cx="619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SELECT THE ARROW WHEN IN SLIDE SHOW MODE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0072C5-DDE0-4258-BA7A-4D4B80DFA632}">
  <ds:schemaRefs>
    <ds:schemaRef ds:uri="http://purl.org/dc/elements/1.1/"/>
    <ds:schemaRef ds:uri="http://schemas.microsoft.com/office/2006/metadata/properties"/>
    <ds:schemaRef ds:uri="16c05727-aa75-4e4a-9b5f-8a80a1165891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485</Words>
  <Application>Microsoft Office PowerPoint</Application>
  <PresentationFormat>Widescreen</PresentationFormat>
  <Paragraphs>73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Segoe UI Semibold</vt:lpstr>
      <vt:lpstr>SimHei</vt:lpstr>
      <vt:lpstr>Times New Roman</vt:lpstr>
      <vt:lpstr>WelcomeDoc</vt:lpstr>
      <vt:lpstr>Gaming Sports Arena</vt:lpstr>
      <vt:lpstr>Vision/Mission </vt:lpstr>
      <vt:lpstr>Website Features </vt:lpstr>
      <vt:lpstr>GAMES:WHAT WE HOST?</vt:lpstr>
      <vt:lpstr>Facilities </vt:lpstr>
      <vt:lpstr>Working together in real time</vt:lpstr>
      <vt:lpstr>You’re an expert with Tell Me</vt:lpstr>
      <vt:lpstr>Explore without leaving your slides</vt:lpstr>
      <vt:lpstr>More questions about PowerPoint?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2026-10-26T19:52:04Z</dcterms:created>
  <dcterms:modified xsi:type="dcterms:W3CDTF">2026-10-27T04:03:10Z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